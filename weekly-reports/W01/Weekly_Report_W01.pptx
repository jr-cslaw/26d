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0D1EC19-B1BC-D7F9-DCC3-036CCDAD3BDA}">
          <p14:sldIdLst>
            <p14:sldId id="256"/>
          </p14:sldIdLst>
        </p14:section>
        <p14:section name="Progress" id="{0FB4AE32-7FAE-BA3A-5ED6-D2203DA43E5A}">
          <p14:sldIdLst>
            <p14:sldId id="257"/>
            <p14:sldId id="258"/>
          </p14:sldIdLst>
        </p14:section>
        <p14:section name="Next" id="{2339CBE1-238F-CD53-6239-58AC24229D87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35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NewEra POS · Team D · Weekly Report W01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NewEra POS</a:t>
            </a:r>
            <a:endParaRPr lang="en-US" sz="4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606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/>
                </a:solidFill>
              </a:rPr>
              <a:t>Weekly Report W01 — idea, feasibility and team organisation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Team D · Software Engineering · Beihang University (BUAA)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we did this week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45720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Badge 1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 found the idea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 chose NewEra POS: a point-of-sale system for a retail store covering sales, returns, rentals and payments.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9" name="Badge 2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 checked it is doable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108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 researched the scope, actors, use cases and external systems to see whether the project is feasible for this course.</a:t>
            </a:r>
            <a:endParaRPr lang="en-US" sz="1400" dirty="0"/>
          </a:p>
        </p:txBody>
      </p:sp>
      <p:sp>
        <p:nvSpPr>
          <p:cNvPr id="13" name="Card 3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4" name="Badge 3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 txBox="1"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286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We organised the team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108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 shared our backgrounds and strengths, then discussed who can do what and how we will work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Is it doable? Yes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801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 cases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871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Process Sale, Handle Returns, Process Rental, Start Up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3291840" y="12801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8" name="Text 6"/>
          <p:cNvSpPr txBox="1"/>
          <p:nvPr/>
        </p:nvSpPr>
        <p:spPr>
          <a:xfrm>
            <a:off x="352044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External systems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4871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Payment authorization, taxes, accounting, HR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6126480" y="12801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2" name="Text 10"/>
          <p:cNvSpPr txBox="1"/>
          <p:nvPr/>
        </p:nvSpPr>
        <p:spPr>
          <a:xfrm>
            <a:off x="6355080" y="1371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Payment methods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871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Cash and credit card</a:t>
            </a:r>
            <a:endParaRPr lang="en-US" sz="1200" dirty="0"/>
          </a:p>
        </p:txBody>
      </p:sp>
      <p:sp>
        <p:nvSpPr>
          <p:cNvPr id="15" name="Conclusion box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6" name="Text 14"/>
          <p:cNvSpPr txBox="1"/>
          <p:nvPr/>
        </p:nvSpPr>
        <p:spPr>
          <a:xfrm>
            <a:off x="68580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Conclusion: </a:t>
            </a:r>
            <a:r>
              <a:rPr lang="en-US" sz="1400" dirty="0">
                <a:solidFill>
                  <a:schemeClr val="bg1"/>
                </a:solidFill>
              </a:rPr>
              <a:t>feasible. Requirements, actors and business rules are already well defined (a proven teaching case), so our effort goes into the engineering process.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Next steps</a:t>
            </a:r>
            <a:endParaRPr lang="en-US" sz="3400" dirty="0"/>
          </a:p>
        </p:txBody>
      </p:sp>
      <p:sp>
        <p:nvSpPr>
          <p:cNvPr id="3" name="Step badge 1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258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Set up the Team D repository (bhsei/26D) with the course folder structure</a:t>
            </a:r>
            <a:endParaRPr lang="en-US" sz="1800" dirty="0"/>
          </a:p>
        </p:txBody>
      </p:sp>
      <p:sp>
        <p:nvSpPr>
          <p:cNvPr id="6" name="Step badge 2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488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Write the project plan and the schedule (Gantt chart)</a:t>
            </a:r>
            <a:endParaRPr lang="en-US" sz="1800" dirty="0"/>
          </a:p>
        </p:txBody>
      </p:sp>
      <p:sp>
        <p:nvSpPr>
          <p:cNvPr id="9" name="Step badge 3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0" name="Text 8"/>
          <p:cNvSpPr txBox="1"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71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Start the requirements analysis and draft the SRS</a:t>
            </a:r>
            <a:endParaRPr lang="en-US" sz="1800" dirty="0"/>
          </a:p>
        </p:txBody>
      </p:sp>
      <p:sp>
        <p:nvSpPr>
          <p:cNvPr id="12" name="Step badge 4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 txBox="1"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Confirm the roles and agree on our weekly workflow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Era POS">
  <a:themeElements>
    <a:clrScheme name="NewEra POS">
      <a:dk1>
        <a:srgbClr val="1B1F2B"/>
      </a:dk1>
      <a:lt1>
        <a:srgbClr val="FFFFFF"/>
      </a:lt1>
      <a:dk2>
        <a:srgbClr val="14213D"/>
      </a:dk2>
      <a:lt2>
        <a:srgbClr val="F1F4F9"/>
      </a:lt2>
      <a:accent1>
        <a:srgbClr val="FCA311"/>
      </a:accent1>
      <a:accent2>
        <a:srgbClr val="2A9D8F"/>
      </a:accent2>
      <a:accent3>
        <a:srgbClr val="E76F51"/>
      </a:accent3>
      <a:accent4>
        <a:srgbClr val="5C6BC0"/>
      </a:accent4>
      <a:accent5>
        <a:srgbClr val="8D99AE"/>
      </a:accent5>
      <a:accent6>
        <a:srgbClr val="264653"/>
      </a:accent6>
      <a:hlink>
        <a:srgbClr val="2A9D8F"/>
      </a:hlink>
      <a:folHlink>
        <a:srgbClr val="8D99AE"/>
      </a:folHlink>
    </a:clrScheme>
    <a:fontScheme name="NewEra PO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On-screen Show (16:9)</PresentationFormat>
  <Paragraphs>40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NewEra POS</vt:lpstr>
      <vt:lpstr>NewEra POS</vt:lpstr>
      <vt:lpstr>What we did this week</vt:lpstr>
      <vt:lpstr>Is it doable? Yes</vt:lpstr>
      <vt:lpstr>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NewEra POS - Weekly Report W01</dc:title>
  <dc:subject>PptxGenJS Presentation</dc:subject>
  <dc:creator>Team D</dc:creator>
  <cp:lastModifiedBy>Yasmine Chkoundali</cp:lastModifiedBy>
  <cp:revision>2</cp:revision>
  <dcterms:created xsi:type="dcterms:W3CDTF">2026-10-14T01:49:36Z</dcterms:created>
  <dcterms:modified xsi:type="dcterms:W3CDTF">2026-10-14T01:55:32Z</dcterms:modified>
</cp:coreProperties>
</file>